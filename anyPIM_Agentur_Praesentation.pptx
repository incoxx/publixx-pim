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0D4FF"/>
                </a:solidFill>
                <a:latin typeface="Segoe UI"/>
              </a:defRPr>
            </a:pPr>
            <a:r>
              <a:t>anyPIM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Das moderne Product Information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0B0B0"/>
                </a:solidFill>
                <a:latin typeface="Segoe UI"/>
              </a:defRPr>
            </a:pPr>
            <a:r>
              <a:t>Partnerpraesentation fuer Agenturen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114800"/>
            <a:ext cx="39620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incoxx GmbH  |  Software &amp; Support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Was ist anyPIM?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Modernes PIM -- sofort einsatzbereit, kein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anyPIM ist ein vollstaendiges Product Information</a:t>
            </a:r>
          </a:p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Management System -- kein Framework, das erst</a:t>
            </a:r>
          </a:p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zusammengebaut werden muss.</a:t>
            </a:r>
          </a:p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Entwickelt fuer Teams, die sofort produktiv sein</a:t>
            </a:r>
          </a:p>
          <a:p>
            <a:pPr algn="l">
              <a:lnSpc>
                <a:spcPts val="2379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wollen, ohne ein PHP-Entwicklerteam zu brauchen.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Laravel 11 + PHP 8.3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55448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Vue 3 + Inertia.js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01752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20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285+ REST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01752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Architektur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520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EAV -- Schema per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48056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617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Suche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83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Elasticsearch + PQL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480560"/>
            <a:ext cx="2468880" cy="1234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617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983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Minuten, nicht Monate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Kernfunktionen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Alles was ein modernes PIM braucht -- und mehr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Produkte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Datenmodelle, Varianten,</a:t>
            </a:r>
            <a:br/>
            <a:r>
              <a:t>Vererbung, Versionierung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45+ Feldtypen, EAV,</a:t>
            </a:r>
            <a:br/>
            <a:r>
              <a:t>Validierung, Gruppen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Hierarchien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Master + Output Trees,</a:t>
            </a:r>
            <a:br/>
            <a:r>
              <a:t>Multi-Channel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5448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DAM, Bildbearbeitung,</a:t>
            </a:r>
            <a:br/>
            <a:r>
              <a:t>Formate, Metadaten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Staffelpreise, Waehrungen,</a:t>
            </a:r>
            <a:br/>
            <a:r>
              <a:t>Kundengruppen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93192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&amp;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Relationen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Cross-Sell, Up-Sell,</a:t>
            </a:r>
            <a:br/>
            <a:r>
              <a:t>Bundles, Zubehoer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3192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Suche &amp; PQL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Fuzzy, Phonetisch,</a:t>
            </a:r>
            <a:br/>
            <a:r>
              <a:t>Query Language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931920"/>
            <a:ext cx="256032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846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Status, Transitions,</a:t>
            </a:r>
            <a:br/>
            <a:r>
              <a:t>Benachrichtigungen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PDF Template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Visueller PDF-Designer direkt im 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Visueller Drag &amp; Drop Template-Editor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Platzhalter: Produktname, Attribute, Preise, Bilder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Loop-Bloecke fuer Listen und Tabellen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Formate: A4, A3, Letter, Custom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Output: PDF und DOCX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Bulk-Rendering: Hunderte PDFs auf Knopfdruck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Vorschau direkt im Editor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Eigene Schriften und Logos einbindbar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4444"/>
                </a:solidFill>
                <a:latin typeface="Segoe UI"/>
              </a:defRPr>
            </a:pPr>
            <a:r>
              <a:t>Pimcore: KEIN PDF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Erfordert Drittanbieter: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PDFreactor (kommerziell, ab 2.950 EUR)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Oder: Manuelle HTML/CSS/PHP Templates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Kein visueller Editor verfuegbar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029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E676"/>
                </a:solidFill>
                <a:latin typeface="Segoe UI"/>
              </a:defRPr>
            </a:pPr>
            <a:r>
              <a:t>Anwendungsbeispiele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Produktdatenblaetter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Preislisten mit Staffelpreisen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Technische Spezifikationen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Katalogseiten fuer 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InDesign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Komplettes Layout-Paket als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So funktioniert 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Template-basierte InDesign-Pakete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ZIP mit JSX-Script + JSON-Daten + Assets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Automatische Seitenerstellung in InDesign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Tabellen mit vollstaendigem Styling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Shapes, Textrahmen, Bilder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Fonts und Farben aus dem Template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Bulk-Export fuer grosse Kataloge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Nahtlose Integration in Print-Workflows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4444"/>
                </a:solidFill>
                <a:latin typeface="Segoe UI"/>
              </a:defRPr>
            </a:pPr>
            <a:r>
              <a:t>Pimcore: Nur ueber teure Drittanbieter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B0B0B0"/>
                </a:solidFill>
                <a:latin typeface="Segoe UI"/>
              </a:defRPr>
            </a:pPr>
            <a:r>
              <a:t>Verfuegbare Optionen: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PimPrint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Lizenzkosten + Implementierung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Eigenstaendiges Plugin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Pagination.com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Externer SaaS-Dienst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Zusaetzliche laufende Kosten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EasyCatalog / Factory.dev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Weitere kommerzielle Plugins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Keine dieser Loesungen ist in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1">
                <a:solidFill>
                  <a:srgbClr val="FF4444"/>
                </a:solidFill>
                <a:latin typeface="Segoe UI"/>
              </a:defRPr>
            </a:pPr>
            <a:r>
              <a:t>Pimcore enthalten!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Report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Berichte erstellen ohne Entwickler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3657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Visualisierungen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Tabellen mit Sortierung &amp; Filter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Diagramme (Bar, Line, Pie)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Summary-Karten mit KPIs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Drag &amp; Drop Feldauswahl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3657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Export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PDF, DOCX, CSV, XLSX Export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Cron-basiertes Scheduling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Automatischer E-Mail-Versand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SearchProfile-Integration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554480"/>
            <a:ext cx="3474720" cy="3657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vs. Pimcore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Pimcore: 'Statistics Explorer'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Erst seit Version 2025.1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Nur einfache Reports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Kein Scheduling/Export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Projekt- &amp; Workflow-Management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Integriertes Projektmanagement im 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Projekte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Projekte mit Teams &amp; Mitgliedern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Aufgaben: open -&gt; in_progress -&gt; review -&gt; done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Prioritaeten &amp; Deadlines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Bulk-Tasks fuer Massenbearbeitung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029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Produkt-Status-Workflows (Draft -&gt; Review -&gt; Published)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Automatische Benachrichtigungen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Berechtigungsbasierte Transitions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Audit Trail &amp;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4444"/>
                </a:solidFill>
                <a:latin typeface="Segoe UI"/>
              </a:defRPr>
            </a:pPr>
            <a:r>
              <a:t>Pimcore: KEIN Projektmanagement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B0B0B0"/>
                </a:solidFill>
                <a:latin typeface="Segoe UI"/>
              </a:defRPr>
            </a:pPr>
            <a:r>
              <a:t>Pimcore hat einen Workflow-Engine 2.0,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aber: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Keine Projekte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Keine Aufgabenverwaltung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Keine Team-Zuordnung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Keine Deadlines/Prioritaeten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Keine Bulk-Task-Erstellung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B0B0B0"/>
                </a:solidFill>
                <a:latin typeface="Segoe UI"/>
              </a:defRPr>
            </a:pPr>
            <a:r>
              <a:t>Agenturen muessen auf externe Tools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B0B0B0"/>
                </a:solidFill>
                <a:latin typeface="Segoe UI"/>
              </a:defRPr>
            </a:pPr>
            <a:r>
              <a:t>wie Jira, Asana oder Trello ausweichen.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00E676"/>
                </a:solidFill>
                <a:latin typeface="Segoe UI"/>
              </a:defRPr>
            </a:pPr>
            <a:r>
              <a:t>anyPIM: Alles in einem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PQL -- Product Query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Einzigartig in der PIM-Welt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008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PQL Beispiele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name FUZZY "Shraubbe"  -- findet "Schraube"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name SOUNDS_LIKE "Mayer"  -- findet Meyer, Meier, Maier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SEARCH_FIELDS(name^3, description) "Motor"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price &gt; 10 AND category = "Elektronik"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status IN ("active", "draft") ORDER BY relevance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41148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6916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Funktionen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3749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SQL-aehnliche Syntax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FUZZY: Tippfehler-tolerant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SOUNDS_LIKE: Phonetische Suche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Koelner Phonetik (DE)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Soundex (EN)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Gewichtete Feldsuche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Relevanz-Ranking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Komplex verschachtelbar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4444"/>
                </a:solidFill>
                <a:latin typeface="Segoe UI"/>
              </a:defRPr>
            </a:pPr>
            <a:r>
              <a:t>  Pimcore: Hat NICHTS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4444"/>
                </a:solidFill>
                <a:latin typeface="Segoe UI"/>
              </a:defRPr>
            </a:pPr>
            <a:r>
              <a:t>  Vergleichbares!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API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Alleinstellungsmerkmal -- Visuelle API-Konfiguration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65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Segoe UI"/>
              </a:defRPr>
            </a:pPr>
            <a:r>
              <a:t>USP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Visueller Endpoint-Builder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API-Endpoints per Drag &amp; Drop konfigurieren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Felder, Filter und Sortierung festlegen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API-Key-Management mit Berechtigungen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Rate Limiting pro Key/Endpoint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Streaming fuer grosse Datenmengen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Import- und Export-Endpoints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Webhook-Integration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Automatische API-Dokumentation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4444"/>
                </a:solidFill>
                <a:latin typeface="Segoe UI"/>
              </a:defRPr>
            </a:pPr>
            <a:r>
              <a:t>Pimcore: Nur fuer Entwickler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Data Hub: GraphQL/REST moeglich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Aber: Konfiguration nur per Code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Erfordert Symfony/PHP-Entwickler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B0B0B0"/>
                </a:solidFill>
                <a:latin typeface="Segoe UI"/>
              </a:defRPr>
            </a:pPr>
            <a:r>
              <a:t>  Kein visueller Designer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029200" cy="2103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E676"/>
                </a:solidFill>
                <a:latin typeface="Segoe UI"/>
              </a:defRPr>
            </a:pPr>
            <a:r>
              <a:t>anyPIM API in Zahlen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285+ REST Endpoints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Vollstaendige OpenAPI-Dokumentation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Import, Export, CRUD, Bulk, Search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Streaming fuer 100K+ Produkte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Bulk Editor &amp;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Massenbearbeitung und intelligenter Excel-Import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Spreadsheet-Style Bulk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Inline-Bearbeitung wie in Excel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Bis zu 5.000 Werte pro Transaktion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Multi-Select fuer Massenoperationen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Spalten ein-/ausblenden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Filter und Sortierung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Undo/Redo Unterstuetzung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Copy &amp; Paste aus 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14-Tab Excel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Produkte, Attribute, Preise, Medien ...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Automatisches Fuzzy Column Matching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Erkennt 'Artikelnr.' als 'SKU'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Erkennt 'Bezeichnung' als 'Name'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Validierung vor dem Import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Fehlerprotokoll mit Zeilenangabe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Update-Modus: Merge oder Replace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4444"/>
                </a:solidFill>
                <a:latin typeface="Segoe UI"/>
              </a:defRPr>
            </a:pPr>
            <a:r>
              <a:t>  Pimcore: Nur einfacher CSV Import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Oeffentlicher Katalog &amp; Zugangslinks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Produktdaten teilen -- ohne Login-Zwang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Oeffentlicher Katalog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Produkte ohne Login teilen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Konfigurierbare Ansichten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Produktvergleich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Merkliste / Favoriten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PDF &amp; Excel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Zugangslinks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Temporaere Links fuer Partner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Zeitlich begrenzt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Passwort-geschuetzt moeglich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Tracking: Wer hat was gesehen?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Sofort widerrufbar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vs. Pimcore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Portal Engine nur in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Enterprise Edition (ab 2.000 EUR/M)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Erhebliche Konfiguration noetig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Kein einfacher 'Katalog teilen'-Button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Keine Zugangslinks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Mehrsprachigkeit &amp; Translation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Globale Produkte, lokale Inhalte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3-Ebenen Internationalisierung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UI-Sprache (Backend)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Produktdaten-Sprache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Katalog-/Output-Sprache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Unabhaengig konfigurierbar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Fallback-Ketten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Translation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XLIFF Export fuer externe TMS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XLIFF Import mit Merge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Uebersetzungsstatistiken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  % pro Sprache und Feld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Fehlende Uebersetzungen markiert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47472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FF"/>
                </a:solidFill>
                <a:latin typeface="Segoe UI"/>
              </a:defRPr>
            </a:pPr>
            <a:r>
              <a:t>vs. Pimcore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Basis: CSV Import/Export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DeepL-Integration verfuegbar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Aber: Kein TMS-Connector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Kein XLIFF Support</a:t>
            </a:r>
          </a:p>
          <a:p>
            <a:pPr algn="l"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B0B0B0"/>
                </a:solidFill>
                <a:latin typeface="Segoe UI"/>
              </a:defRPr>
            </a:pPr>
            <a:r>
              <a:t>  Keine Uebersetzungsstatistiken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anyPIM vs. Pimcore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Feature-Vergleich auf einen 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115568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554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Segoe UI"/>
              </a:defRPr>
            </a:pPr>
            <a:r>
              <a:t>anyPIM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2E"/>
                </a:solidFill>
                <a:latin typeface="Segoe UI"/>
              </a:defRPr>
            </a:pPr>
            <a:r>
              <a:t>Pimcore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56232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Setup-Zeit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901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Minuten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01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Wochen bis Monate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03704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94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PDF Template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2494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Built-in, visuell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494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Nicht vorhanden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51176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59689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InDesign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968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Built-in als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968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Nur Drittanbieter ($$$)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98648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44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Report 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9443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Built-in,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944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Seit 2025.1, sehr limitiert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246120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2918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Projektmanagement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291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Projekte + Aufgaben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91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Nicht vorhanden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93592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639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PQL Query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6393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Fuzzy + Phonetisch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393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Nicht vorhanden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41064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867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API Designer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9867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Visueller Builder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867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Nur per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288536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334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Schema-Aenderungen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3342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UI/API, kein 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3342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Entwickler noetig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636008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6817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Oeffentlicher Katalog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46817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Built-in, sofort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681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Nur Enterprise (2K/M)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983480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0292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Bulk Excel Import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029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14-Tab, Fuzzy 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029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Einfacher CSV Import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330952"/>
            <a:ext cx="11155680" cy="34747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3766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Entwickler noetig?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3766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Nein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376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PHP/Symfony-Team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678424"/>
            <a:ext cx="11155680" cy="347472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7241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5724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Transparent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724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4444"/>
                </a:solidFill>
                <a:latin typeface="Segoe UI"/>
              </a:defRPr>
            </a:pPr>
            <a:r>
              <a:t>Ab 50.000 EUR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FF"/>
                </a:solidFill>
                <a:latin typeface="Segoe UI"/>
              </a:defRPr>
            </a:pPr>
            <a:r>
              <a:t>Partnermodell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0B0"/>
                </a:solidFill>
                <a:latin typeface="Segoe UI"/>
              </a:defRPr>
            </a:pPr>
            <a:r>
              <a:t>So funktioniert die Zusammenarbeit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FF"/>
                </a:solidFill>
                <a:latin typeface="Segoe UI"/>
              </a:defRPr>
            </a:pPr>
            <a:r>
              <a:t>Agentur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Ihre Rolle: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Kundenberatung &amp; Anforderungsanalyse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Datenmodell-Design &amp; Konfiguration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Import &amp; Migration bestehender Daten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Schulung der Endanwender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Template-Erstellung (PDF, InDesign)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Laufende Betreuung &amp; Optimierung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00E676"/>
                </a:solidFill>
                <a:latin typeface="Segoe UI"/>
              </a:defRPr>
            </a:pPr>
            <a:r>
              <a:t>  Umsatz durch Services &amp; Beratung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6B35"/>
                </a:solidFill>
                <a:latin typeface="Segoe UI"/>
              </a:defRPr>
            </a:pPr>
            <a:r>
              <a:t>incoxx GmbH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Unser Part: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Software-Entwicklung &amp; Updates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Technischer Support (2nd/3rd Level)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Hosting &amp; Infrastruktur (optional)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Onboarding fuer Agentur-Teams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Gemeinsame Kundenakquise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Feature Requests &amp; Roadmap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00E676"/>
                </a:solidFill>
                <a:latin typeface="Segoe UI"/>
              </a:defRPr>
            </a:pPr>
            <a:r>
              <a:t>  Partnerpreise &amp; Margen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Naechste Schritte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246888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Wir zeigen Ihnen anyPIM im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286000"/>
            <a:ext cx="246888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Testzugang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Ihre eigene Instanz zum Ausprobieren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246888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Partnervertrag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Konditionen und Zusammenarbeit definieren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286000"/>
            <a:ext cx="2468880" cy="1645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D4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Erstes Kundenprojekt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0B0"/>
                </a:solidFill>
                <a:latin typeface="Segoe UI"/>
              </a:defRPr>
            </a:pPr>
            <a:r>
              <a:t>Gemeinsam zum Erfolg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D4FF"/>
                </a:solidFill>
                <a:latin typeface="Segoe UI"/>
              </a:defRPr>
            </a:pPr>
            <a:r>
              <a:t>incoxx GmbH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0B0"/>
                </a:solidFill>
                <a:latin typeface="Segoe UI"/>
              </a:defRPr>
            </a:pPr>
            <a:r>
              <a:t>www.incoxx.com  |  info@incoxx.com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Wir freuen uns auf die Zusammenarbeit!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